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roxima Nova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regular.fntdata"/><Relationship Id="rId25" Type="http://schemas.openxmlformats.org/officeDocument/2006/relationships/slide" Target="slides/slide20.xml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d94ec2a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d94ec2a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42f40fbf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42f40fbf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d94ec2a0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d94ec2a0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42f40fbf4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42f40fbf4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42f40fbf4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e42f40fbf4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d94ec2a0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d94ec2a0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e7e44b5b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e7e44b5b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e7e44b5b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e7e44b5b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42f40fb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e42f40fb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d94ec2a0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d94ec2a0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42f40fbf4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e42f40fbf4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1971a77a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1971a77a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1971a77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1971a77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1971a77a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1971a77a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1971a77a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1971a77a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1971a77a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1971a77a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1971a77a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1971a77a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1971a77a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41971a77a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42f40fbf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e42f40fbf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parkbyexamples.com/pyspark/pyspark-udf-user-defined-function/?utm_source=chatgpt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PySpark User </a:t>
            </a:r>
            <a:r>
              <a:rPr lang="en"/>
              <a:t>Defined</a:t>
            </a:r>
            <a:r>
              <a:rPr lang="en"/>
              <a:t> Functions (UDF)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Jeremy Ruebush, Alex Berryhill, Alec Day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51075" y="1816950"/>
            <a:ext cx="4045200" cy="15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User Defined Function?</a:t>
            </a:r>
            <a:endParaRPr/>
          </a:p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User-Defined Function (UDF) in PySpark is a custom function created by the user to extend Spark's built-in capabilities. It allows you to apply your own logic to DataFrame columns or Spark SQL queries, enabling operations tailored to specific requirements.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</a:t>
            </a:r>
            <a:r>
              <a:rPr lang="en" u="sng">
                <a:solidFill>
                  <a:schemeClr val="hlink"/>
                </a:solidFill>
                <a:hlinkClick r:id="rId3"/>
              </a:rPr>
              <a:t>SparkByFunctions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51050" y="1816950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are UDFs necessary </a:t>
            </a:r>
            <a:endParaRPr/>
          </a:p>
        </p:txBody>
      </p:sp>
      <p:sp>
        <p:nvSpPr>
          <p:cNvPr id="72" name="Google Shape;72;p15"/>
          <p:cNvSpPr txBox="1"/>
          <p:nvPr>
            <p:ph idx="2" type="body"/>
          </p:nvPr>
        </p:nvSpPr>
        <p:spPr>
          <a:xfrm>
            <a:off x="4953950" y="1069500"/>
            <a:ext cx="3837000" cy="30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PySpark comes with a large set of built-in functions for data processing, but sometimes, the available functions are not enough to handle specific business logic. User-Defined Functions (UDFs) allow users to extend PySpark’s capabilities by implementing custom logic that cannot be achieved using native Spark functions.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 and Cons for UDFs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 Functionality: Enables logic that wouldn’t already be available in PySpark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Reusability: Functions can be used </a:t>
            </a:r>
            <a:r>
              <a:rPr lang="en"/>
              <a:t>across</a:t>
            </a:r>
            <a:r>
              <a:rPr lang="en"/>
              <a:t> multiple dataframes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Integration with External Libraries: Enables using Python libraries like numpy and pandas in Spark.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Overhead: UDFs introduce extra processing overhead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Limited Optimization: Spark’s optimizer cannot improve UDF execution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Complex Debugging: Errors inside UDFs can be difficult to trace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Use Cases for UDFs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Data Cleaning &amp; Transformation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Standardizing text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Domain-Specific Calculations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Financial applications: Implementing custom tax calculations.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Machine Learning &amp; Feature Engineering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Applying transformations like tokenization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Integration with External Libraries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Applying external APIs or business logic that isn't natively available in PySpark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User </a:t>
            </a:r>
            <a:r>
              <a:rPr lang="en"/>
              <a:t>Defined</a:t>
            </a:r>
            <a:r>
              <a:rPr lang="en"/>
              <a:t> Function Tutorial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236650" y="34383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Create a Pyspark UDF and register it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50" y="258275"/>
            <a:ext cx="8670701" cy="25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/>
              <a:t>Decorator Function</a:t>
            </a:r>
            <a:endParaRPr sz="2920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5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Python, the </a:t>
            </a:r>
            <a:r>
              <a:rPr lang="en" sz="1750">
                <a:solidFill>
                  <a:srgbClr val="001D3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en" sz="175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symbol before a function is used to denote a decorator. A decorator is a function that takes another function as an argument.</a:t>
            </a:r>
            <a:endParaRPr sz="2200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88" y="2325375"/>
            <a:ext cx="7972425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526375"/>
            <a:ext cx="8520600" cy="7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Example use: </a:t>
            </a:r>
            <a:r>
              <a:rPr lang="en" sz="3600">
                <a:solidFill>
                  <a:schemeClr val="lt1"/>
                </a:solidFill>
              </a:rPr>
              <a:t>.withColumn() and .select()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8925"/>
            <a:ext cx="8839200" cy="1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pandas_UDF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1474"/>
            <a:ext cx="9143999" cy="336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Null check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UDF’s are error-prone when not designed carefully. for example, when you have a column that contains the value null on some records</a:t>
            </a:r>
            <a:endParaRPr sz="2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25" y="2119624"/>
            <a:ext cx="7881350" cy="274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Example of using a UDF</a:t>
            </a:r>
            <a:endParaRPr/>
          </a:p>
        </p:txBody>
      </p:sp>
      <p:pic>
        <p:nvPicPr>
          <p:cNvPr id="129" name="Google Shape;129;p24" title="UDF Redd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1245263"/>
            <a:ext cx="857250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UDFs vs Pyspark UDFs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Pandas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Functionality with Apache Arrow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Processes data in Batches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Operations can be applied to entire columns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Vectorized Functions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Can operate on all elements rather than one at a time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Pyspark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Row by Row Basis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Serialize/Deserialize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Slower with Large Datasets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Apache Arrow</a:t>
            </a:r>
            <a:endParaRPr/>
          </a:p>
        </p:txBody>
      </p:sp>
      <p:pic>
        <p:nvPicPr>
          <p:cNvPr id="142" name="Google Shape;142;p2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838" y="1126775"/>
            <a:ext cx="346710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5338" y="1126775"/>
            <a:ext cx="3552825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647250" y="400175"/>
            <a:ext cx="7849500" cy="11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UDF: Operation Types</a:t>
            </a:r>
            <a:endParaRPr/>
          </a:p>
        </p:txBody>
      </p:sp>
      <p:pic>
        <p:nvPicPr>
          <p:cNvPr id="149" name="Google Shape;149;p27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425" y="1748225"/>
            <a:ext cx="5524500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Series to Series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Takes a Pandas Series as input.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Returns a Pandas Series of the same length.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Operates row-wise on a single column, making it useful for element-wise transformations.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56" name="Google Shape;156;p28" title="4.png"/>
          <p:cNvPicPr preferRelativeResize="0"/>
          <p:nvPr/>
        </p:nvPicPr>
        <p:blipFill rotWithShape="1">
          <a:blip r:embed="rId3">
            <a:alphaModFix/>
          </a:blip>
          <a:srcRect b="0" l="0" r="0" t="24345"/>
          <a:stretch/>
        </p:blipFill>
        <p:spPr>
          <a:xfrm>
            <a:off x="1795450" y="3315013"/>
            <a:ext cx="5553075" cy="125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Iterator of Series to Iterator of Series</a:t>
            </a:r>
            <a:endParaRPr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Takes an iterator of Pandas Series (batch processing).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Returns an iterator of Pandas Series.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Efficient for large datasets since it processes batches instead of single rows.</a:t>
            </a:r>
            <a:endParaRPr sz="2100"/>
          </a:p>
        </p:txBody>
      </p:sp>
      <p:pic>
        <p:nvPicPr>
          <p:cNvPr id="163" name="Google Shape;163;p29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125" y="3073450"/>
            <a:ext cx="4095750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Iterator of Multiple Series to Iterator of Series</a:t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Takes an iterator of multiple Pandas Series (processing multiple columns at once).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Returns an iterator of a single Pandas Series (one column output).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Ideal for element-wise operations across multiple columns.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70" name="Google Shape;170;p30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675" y="3176200"/>
            <a:ext cx="42386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Series to Scalar</a:t>
            </a:r>
            <a:endParaRPr/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Takes a Pandas Series as input.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Returns a single scalar value (aggregation).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Used for column-wide calculations like mean, sum, min, max.</a:t>
            </a:r>
            <a:endParaRPr sz="2100"/>
          </a:p>
        </p:txBody>
      </p:sp>
      <p:pic>
        <p:nvPicPr>
          <p:cNvPr id="177" name="Google Shape;177;p31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950" y="3367750"/>
            <a:ext cx="441007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Along in Databricks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